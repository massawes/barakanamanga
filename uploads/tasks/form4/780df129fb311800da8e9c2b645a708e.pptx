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1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90" y="1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796169500551561E-2"/>
          <c:y val="9.8982289674358515E-2"/>
          <c:w val="0.94583058562992128"/>
          <c:h val="0.62868526292257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F9-411D-9683-8391E66267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F9-411D-9683-8391E66267C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F9-411D-9683-8391E66267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8611024"/>
        <c:axId val="258611856"/>
      </c:barChart>
      <c:catAx>
        <c:axId val="258611024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8611856"/>
        <c:crosses val="autoZero"/>
        <c:auto val="1"/>
        <c:lblAlgn val="ctr"/>
        <c:lblOffset val="100"/>
        <c:noMultiLvlLbl val="0"/>
      </c:catAx>
      <c:valAx>
        <c:axId val="258611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8611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D91B00-36F0-DF51-38A9-42900E8FB6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SARAH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290C5-C8BA-B881-9354-61717966C1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CD437-8D71-4D9D-83A2-45D1843D582C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2394E-5F1C-23E4-0626-113C4BD7AB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4332F-C375-62FF-7C93-CBD4AFEE2B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6DB7F7-DB71-4259-8DD7-0B9C6541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049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SARAH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BC701-47E5-4855-B4A8-2A3CEA344E8D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5690-3B70-493E-8956-69D1DE104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9502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6151-9ED5-F839-2BD6-D895A5BC6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28DE9-C290-A09B-4E19-A09BDE1F9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49626-EB12-F8E2-4EE1-C2EEA89C8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6C6E-BF5C-4F0A-AF26-170D32E28B95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891F9-3747-28C6-3ABC-95D2BEDA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279A5-9D41-3475-5F7F-EC790BAB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79F6-022D-44B0-8B66-B1325811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3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E63B0-1017-8D70-6CCE-427D5170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186D-3DD3-5A76-8824-6FE2CBEA7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C9979-A47B-1138-5D49-6B6D4559F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22171-1B03-44F0-882C-9F375A96ABBA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0E8DA-AE3C-252B-56DB-BF6428878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08C9B-47D0-879B-3784-D767E4712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79F6-022D-44B0-8B66-B1325811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6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0991-E8DF-4174-5EC1-244D0060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DED3C-4252-683D-D9E7-687046A58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AA2CD-DB49-49DA-437C-D1F830509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DB11B-AAE4-4AB7-8B4A-A259EFC3039B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1FB44-F95C-533A-9CB5-9D7FD61F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C72BD-82D9-B461-C342-722298DD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79F6-022D-44B0-8B66-B1325811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68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2EB4-58AA-469A-F555-9C095CCE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12CB2-A225-E942-7B02-A2717863A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0114D-E61E-772B-AFAC-D9BEC2A05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7397C-22E0-A41A-4EC7-1FD701A90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3D17-5802-48B3-BAC2-CA651BDE6B4E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CE148-D199-3B13-6B5F-502B1FC5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B8685-75D9-40CA-D712-D30475647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79F6-022D-44B0-8B66-B1325811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76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BE698-FD5E-8FA1-7797-8B000D73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5DCD6-5E4C-D12B-0281-CC946571A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AF9FC-9A8A-7E6A-FBBB-54E794EE4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78BCA-A4C0-3C72-A93A-AC27F4F507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7791E9-4567-3E0C-ECE8-4DEF79360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9FD97-24A0-9A14-75AB-11A5833F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AEDE5-A117-4710-B6D0-E9BED0D11DF6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305641-EBF1-3EC9-1F21-49DC08E2B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C53D9-C221-DBED-6E59-3EA0B9BF1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79F6-022D-44B0-8B66-B1325811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7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B2A7-F764-11A6-6D82-B2BF9407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94257-65C9-261A-7E9A-27B78AB5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7ED3B-787C-492C-BAD3-D600B5017749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E3B85-B1D4-D90F-314B-AE07073A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60687-9E8E-1838-0AAE-5F6F020C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79F6-022D-44B0-8B66-B1325811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75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25C26-BDBE-1EB5-0550-C8946A57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D18C-367E-4D9B-A007-75BEB978488D}" type="datetime1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4ACF6F-A3CE-5D38-EE0C-19BA6076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1A102-99F0-5696-1B22-F54590975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79F6-022D-44B0-8B66-B1325811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53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5B9F-7C07-5EA4-07FE-F698DFC49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2BE3C-5FA9-5E7D-B6EC-34992139F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34C63-464A-1386-7147-4DA43976C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F2412-470B-6243-C495-3D697321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6E82-E2A5-404F-BB19-7DD698D040F5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FBE8C-0008-30FB-D422-0201B6309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87A0E-FC45-D3C7-BFA0-42AB107F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79F6-022D-44B0-8B66-B1325811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3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B59E-8DE9-9C7F-D477-67DF0B98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8AB48-9C84-AC2E-9C37-D8F35385B4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1F310-8959-C63A-46E2-FB092FEDC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42863-2925-33DB-C96F-2EE33E92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5E26E-C4CC-4124-8AD8-3CF2241F6306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91418-14F2-A4E8-52CC-6B8F0732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25BF4-A159-BDCB-BE76-83B5FAB6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79F6-022D-44B0-8B66-B1325811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13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7F9F-3BD3-0D20-238D-BC563A7D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875D26-9D0A-8F96-5656-826140881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4B3FD-CA70-3A0B-0D88-083745BF3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FE9B-F9EC-41B8-A62B-7A60D96967EA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4DC50-13F4-ADA1-6A33-D9320CB2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59048-9C5E-C61D-9351-22AD187EA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79F6-022D-44B0-8B66-B1325811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5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704514-FFC6-E6D5-C3F4-57B6AFB8D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63F79-DC22-47AB-1BA8-7A538ECD3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A8D0D-543F-76CD-53B3-8A9D842A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B9A7F-866B-4FEC-AA12-7FBB517FA98E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3B218-BF66-4294-D0EA-72F938E92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A44F4-F25C-C018-1161-757F1ECF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79F6-022D-44B0-8B66-B1325811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9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61ACC2-9D4F-1C9C-1108-3D56E1AC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C2559-AF43-AA47-A8DB-553ADFFDA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934A6-5A02-0F6A-FB20-EB894F0F32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523B0-0728-4C1B-A384-AE9A3B2D9A78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4A5BE-CF18-E6D2-9ECC-6182F05A2D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FORM FOUR "A"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2685E-B96E-AD5F-53A1-DDCBFDC52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F79F6-022D-44B0-8B66-B1325811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81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8F8458-551C-4534-D12D-0F33352A38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i="1" u="sng" dirty="0">
                <a:solidFill>
                  <a:schemeClr val="accent1">
                    <a:lumMod val="75000"/>
                  </a:schemeClr>
                </a:solidFill>
              </a:rPr>
              <a:t>Introduction of ICT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A94747-972D-6CB6-FC47-FDD61F2453D3}"/>
              </a:ext>
            </a:extLst>
          </p:cNvPr>
          <p:cNvSpPr/>
          <p:nvPr/>
        </p:nvSpPr>
        <p:spPr>
          <a:xfrm>
            <a:off x="989351" y="1786142"/>
            <a:ext cx="1103047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ICT(Information and Communication technology)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819DC0A-9EDA-E211-1314-035BF17FE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</p:spTree>
    <p:extLst>
      <p:ext uri="{BB962C8B-B14F-4D97-AF65-F5344CB8AC3E}">
        <p14:creationId xmlns:p14="http://schemas.microsoft.com/office/powerpoint/2010/main" val="71569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19B1F-349F-A917-0513-BEA951395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Introduction to ICT as a subject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A2488-E280-174D-76DB-47C49E1AF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ICT is an abbreviation of (Information and Communication Technology) which means the wide range of use of computing devices to perform various tasks such as domestic purposes , education and other issues.</a:t>
            </a:r>
          </a:p>
          <a:p>
            <a:pPr marL="0" indent="0">
              <a:buNone/>
            </a:pPr>
            <a:r>
              <a:rPr lang="en-US" dirty="0"/>
              <a:t>ICT involves the use of computer, mobile phones and other devices that can be either portable or not based on their size.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C9E275-9468-8B48-D9D4-027D2C8CD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</p:spTree>
    <p:extLst>
      <p:ext uri="{BB962C8B-B14F-4D97-AF65-F5344CB8AC3E}">
        <p14:creationId xmlns:p14="http://schemas.microsoft.com/office/powerpoint/2010/main" val="393656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A441C-F304-AF05-0116-F6FAD5200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Reasons of studying about ICT.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F4806-420D-68D4-98DF-907B6A785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Inorder</a:t>
            </a:r>
            <a:r>
              <a:rPr lang="en-US" dirty="0"/>
              <a:t> to understand the proper use of the devices usually to avoid conducting crimes using ICT devices.</a:t>
            </a:r>
          </a:p>
          <a:p>
            <a:r>
              <a:rPr lang="en-US" dirty="0" err="1"/>
              <a:t>Inorder</a:t>
            </a:r>
            <a:r>
              <a:rPr lang="en-US" dirty="0"/>
              <a:t> to simplify work and time by understanding on the proper use of the computing devices such as mobile phones and computers.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3E94C-D0D0-98F2-1768-D2A63BF69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</p:spTree>
    <p:extLst>
      <p:ext uri="{BB962C8B-B14F-4D97-AF65-F5344CB8AC3E}">
        <p14:creationId xmlns:p14="http://schemas.microsoft.com/office/powerpoint/2010/main" val="2975005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9B23662-D77F-D869-6492-4648B1EC9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76175"/>
              </p:ext>
            </p:extLst>
          </p:nvPr>
        </p:nvGraphicFramePr>
        <p:xfrm>
          <a:off x="2032000" y="477412"/>
          <a:ext cx="8127999" cy="2665838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062882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01960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60105367"/>
                    </a:ext>
                  </a:extLst>
                </a:gridCol>
              </a:tblGrid>
              <a:tr h="688028">
                <a:tc gridSpan="3">
                  <a:txBody>
                    <a:bodyPr/>
                    <a:lstStyle/>
                    <a:p>
                      <a:r>
                        <a:rPr lang="en-US" sz="2800" b="1" dirty="0"/>
                        <a:t>MY SENIOR FIVE SUBSIDIARY ICT RESULTS.</a:t>
                      </a:r>
                    </a:p>
                  </a:txBody>
                  <a:tcPr>
                    <a:solidFill>
                      <a:srgbClr val="411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875177"/>
                  </a:ext>
                </a:extLst>
              </a:tr>
              <a:tr h="449048">
                <a:tc>
                  <a:txBody>
                    <a:bodyPr/>
                    <a:lstStyle/>
                    <a:p>
                      <a:r>
                        <a:rPr lang="en-US" sz="20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MARKS SCORED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551633"/>
                  </a:ext>
                </a:extLst>
              </a:tr>
              <a:tr h="570027">
                <a:tc>
                  <a:txBody>
                    <a:bodyPr/>
                    <a:lstStyle/>
                    <a:p>
                      <a:r>
                        <a:rPr lang="en-US" dirty="0"/>
                        <a:t>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889031"/>
                  </a:ext>
                </a:extLst>
              </a:tr>
              <a:tr h="474315">
                <a:tc>
                  <a:txBody>
                    <a:bodyPr/>
                    <a:lstStyle/>
                    <a:p>
                      <a:r>
                        <a:rPr lang="en-US" dirty="0"/>
                        <a:t>TWO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812283"/>
                  </a:ext>
                </a:extLst>
              </a:tr>
              <a:tr h="484420">
                <a:tc>
                  <a:txBody>
                    <a:bodyPr/>
                    <a:lstStyle/>
                    <a:p>
                      <a:r>
                        <a:rPr lang="en-US" dirty="0"/>
                        <a:t>THREE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49015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AAA703-1E9A-CF7D-C2F9-EEC5A03DC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76175"/>
              </p:ext>
            </p:extLst>
          </p:nvPr>
        </p:nvGraphicFramePr>
        <p:xfrm>
          <a:off x="2031999" y="477412"/>
          <a:ext cx="8127999" cy="2665838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062882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01960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60105367"/>
                    </a:ext>
                  </a:extLst>
                </a:gridCol>
              </a:tblGrid>
              <a:tr h="688028">
                <a:tc gridSpan="3">
                  <a:txBody>
                    <a:bodyPr/>
                    <a:lstStyle/>
                    <a:p>
                      <a:r>
                        <a:rPr lang="en-US" sz="2800" b="1" dirty="0"/>
                        <a:t>MY SENIOR FIVE SUBSIDIARY ICT RESULTS.</a:t>
                      </a:r>
                    </a:p>
                  </a:txBody>
                  <a:tcPr>
                    <a:solidFill>
                      <a:srgbClr val="411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875177"/>
                  </a:ext>
                </a:extLst>
              </a:tr>
              <a:tr h="449048">
                <a:tc>
                  <a:txBody>
                    <a:bodyPr/>
                    <a:lstStyle/>
                    <a:p>
                      <a:r>
                        <a:rPr lang="en-US" sz="20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MARKS SCORED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551633"/>
                  </a:ext>
                </a:extLst>
              </a:tr>
              <a:tr h="570027">
                <a:tc>
                  <a:txBody>
                    <a:bodyPr/>
                    <a:lstStyle/>
                    <a:p>
                      <a:r>
                        <a:rPr lang="en-US" dirty="0"/>
                        <a:t>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889031"/>
                  </a:ext>
                </a:extLst>
              </a:tr>
              <a:tr h="474315">
                <a:tc>
                  <a:txBody>
                    <a:bodyPr/>
                    <a:lstStyle/>
                    <a:p>
                      <a:r>
                        <a:rPr lang="en-US" dirty="0"/>
                        <a:t>TWO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812283"/>
                  </a:ext>
                </a:extLst>
              </a:tr>
              <a:tr h="484420">
                <a:tc>
                  <a:txBody>
                    <a:bodyPr/>
                    <a:lstStyle/>
                    <a:p>
                      <a:r>
                        <a:rPr lang="en-US" dirty="0"/>
                        <a:t>THREE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490157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8DD25B-BF0D-B389-402B-0F3400D75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FORM FOUR "A"</a:t>
            </a:r>
          </a:p>
        </p:txBody>
      </p:sp>
    </p:spTree>
    <p:extLst>
      <p:ext uri="{BB962C8B-B14F-4D97-AF65-F5344CB8AC3E}">
        <p14:creationId xmlns:p14="http://schemas.microsoft.com/office/powerpoint/2010/main" val="3736274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C5B-8E49-1B03-99AF-67EAAE558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A GRAPH REPRESENTING MY SENIOR FIVE ICT MARKS.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8B8C73C-1A38-EA92-9DCE-D87816CC76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0108604"/>
              </p:ext>
            </p:extLst>
          </p:nvPr>
        </p:nvGraphicFramePr>
        <p:xfrm>
          <a:off x="838200" y="1825624"/>
          <a:ext cx="6076950" cy="503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11ED9C6-C406-ED30-439D-0DB20C992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FORM FOUR "A"</a:t>
            </a:r>
          </a:p>
        </p:txBody>
      </p:sp>
    </p:spTree>
    <p:extLst>
      <p:ext uri="{BB962C8B-B14F-4D97-AF65-F5344CB8AC3E}">
        <p14:creationId xmlns:p14="http://schemas.microsoft.com/office/powerpoint/2010/main" val="3492245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208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Introduction to ICT as a subject</vt:lpstr>
      <vt:lpstr>Reasons of studying about ICT.</vt:lpstr>
      <vt:lpstr>PowerPoint Presentation</vt:lpstr>
      <vt:lpstr>A GRAPH REPRESENTING MY SENIOR FIVE ICT MARKS.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PC09</dc:creator>
  <cp:lastModifiedBy>PC09</cp:lastModifiedBy>
  <cp:revision>4</cp:revision>
  <dcterms:created xsi:type="dcterms:W3CDTF">2026-10-10T02:46:21Z</dcterms:created>
  <dcterms:modified xsi:type="dcterms:W3CDTF">2026-10-10T06:02:43Z</dcterms:modified>
</cp:coreProperties>
</file>