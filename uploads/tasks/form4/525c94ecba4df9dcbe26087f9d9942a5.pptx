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2" autoAdjust="0"/>
    <p:restoredTop sz="94660"/>
  </p:normalViewPr>
  <p:slideViewPr>
    <p:cSldViewPr snapToGrid="0">
      <p:cViewPr varScale="1">
        <p:scale>
          <a:sx n="55" d="100"/>
          <a:sy n="55" d="100"/>
        </p:scale>
        <p:origin x="7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82BDE-AF08-4773-8A05-EDF4B999EF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AF092-3BB2-4926-A7B7-FB43DFAC4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05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4C34956-65CB-48BE-B2E6-A93759C59917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r>
              <a:rPr lang="en-US"/>
              <a:t>S-2911-220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65313F1-17DA-49C4-B0DE-34DA51B943E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951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84AC-6C7F-47BE-A3CD-9688E90FE1B5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S-2911-220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3F1-17DA-49C4-B0DE-34DA51B94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08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CD665-7423-4A2F-B099-1571F66857C4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S-2911-220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3F1-17DA-49C4-B0DE-34DA51B943E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992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A383B-5629-40AB-A351-06CACCC777F2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S-2911-220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3F1-17DA-49C4-B0DE-34DA51B94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25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8C2F6-7CB3-4098-A17F-49CE3F8920B9}" type="datetime1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S-2911-220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3F1-17DA-49C4-B0DE-34DA51B943E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5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70609-F347-4976-9AAC-A6E04A7B2D3D}" type="datetime1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S-2911-220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3F1-17DA-49C4-B0DE-34DA51B943E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28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CF639-695F-45DE-9BBE-F1AD36AC0983}" type="datetime1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S-2911-220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3F1-17DA-49C4-B0DE-34DA51B94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50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6FB6-3C90-478E-A7C1-7C4E13E750DE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S-2911-220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3F1-17DA-49C4-B0DE-34DA51B943E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414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8BF5-79B8-4908-BCA7-619A79A88C13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S-2911-220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3F1-17DA-49C4-B0DE-34DA51B94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57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B7E9B-BCA5-47E8-ACFA-470BA7C09587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S-2911-220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3F1-17DA-49C4-B0DE-34DA51B94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77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56369-0760-40F1-87CC-13EAD79057B2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S-2911-220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3F1-17DA-49C4-B0DE-34DA51B943E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853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2D3D6-F3AC-4DAB-8226-CF08BA1EBCB7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S-2911-220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3F1-17DA-49C4-B0DE-34DA51B943E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90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28B9B-3DA5-4AC7-AE84-3ACD45C9F381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S-2911-220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3F1-17DA-49C4-B0DE-34DA51B94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99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2A1F-E1DC-41FE-AD14-58BFC527EBCB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S-2911-220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3F1-17DA-49C4-B0DE-34DA51B943E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784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6256-D484-48B0-8B2F-8BC74B3902EE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S-2911-220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3F1-17DA-49C4-B0DE-34DA51B943E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602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7B0B-2CCF-450C-8054-C6032B7D8D8D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S-2911-220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3F1-17DA-49C4-B0DE-34DA51B943E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256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89DC-A805-4586-8BB9-2F94955747A0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S-2911-220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3F1-17DA-49C4-B0DE-34DA51B943E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009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DB1D013-42CD-45E7-BC07-61EC253DB0A8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S-2911-220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65313F1-17DA-49C4-B0DE-34DA51B94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5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2B20D-64BC-434B-906F-73EE739E6B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0000"/>
                </a:solidFill>
              </a:rPr>
              <a:t>ANNUAL FOOD FAIR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DFA468-89D6-422F-A5D1-50F16FD454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accent5"/>
                </a:solidFill>
              </a:rPr>
              <a:t>Celebration of eating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FCCCF-C102-403C-9EA2-6ADB325A0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S-2911-220</a:t>
            </a:r>
          </a:p>
          <a:p>
            <a:r>
              <a:rPr lang="en-US" dirty="0" err="1"/>
              <a:t>Foodfair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642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54AFBE-C399-4956-B38B-BDA5F18F098A}"/>
              </a:ext>
            </a:extLst>
          </p:cNvPr>
          <p:cNvSpPr txBox="1"/>
          <p:nvPr/>
        </p:nvSpPr>
        <p:spPr>
          <a:xfrm>
            <a:off x="2637693" y="949570"/>
            <a:ext cx="12192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</a:rPr>
              <a:t>The Menu</a:t>
            </a:r>
          </a:p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accent3"/>
                </a:solidFill>
              </a:rPr>
              <a:t>Chocolate Desserts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accent3"/>
                </a:solidFill>
              </a:rPr>
              <a:t>Cakes and Puddings</a:t>
            </a:r>
          </a:p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accent3"/>
                </a:solidFill>
              </a:rPr>
              <a:t>Roasts Meals</a:t>
            </a:r>
          </a:p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accent3"/>
                </a:solidFill>
              </a:rPr>
              <a:t>Pasta Bolognese</a:t>
            </a:r>
          </a:p>
          <a:p>
            <a:endParaRPr lang="en-US" sz="4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9EBE80-65C6-4C17-8B08-28F66DFBD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S-2911-220</a:t>
            </a:r>
          </a:p>
          <a:p>
            <a:r>
              <a:rPr lang="en-US" dirty="0" err="1"/>
              <a:t>Foodfair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071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3CB8B1-9442-4C00-99CD-741FF2175810}"/>
              </a:ext>
            </a:extLst>
          </p:cNvPr>
          <p:cNvSpPr txBox="1"/>
          <p:nvPr/>
        </p:nvSpPr>
        <p:spPr>
          <a:xfrm>
            <a:off x="0" y="79130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Meet the Team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962BFBE3-72C1-40A0-9A83-122F3E602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663537"/>
              </p:ext>
            </p:extLst>
          </p:nvPr>
        </p:nvGraphicFramePr>
        <p:xfrm>
          <a:off x="2032000" y="2020928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7745778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523314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883696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05013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3"/>
                          </a:solidFill>
                        </a:rPr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3"/>
                          </a:solidFill>
                        </a:rPr>
                        <a:t>Bookings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3"/>
                          </a:solidFill>
                        </a:rPr>
                        <a:t>Publicity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3"/>
                          </a:solidFill>
                        </a:rPr>
                        <a:t>Accounts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126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3"/>
                          </a:solidFill>
                        </a:rPr>
                        <a:t>Maggie </a:t>
                      </a:r>
                      <a:r>
                        <a:rPr lang="en-US" dirty="0" err="1">
                          <a:solidFill>
                            <a:schemeClr val="accent3"/>
                          </a:solidFill>
                        </a:rPr>
                        <a:t>peet</a:t>
                      </a:r>
                      <a:endParaRPr lang="en-US" dirty="0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3"/>
                          </a:solidFill>
                        </a:rPr>
                        <a:t>Brian Webb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accent3"/>
                          </a:solidFill>
                        </a:rPr>
                        <a:t>Junine</a:t>
                      </a:r>
                      <a:r>
                        <a:rPr lang="en-US" dirty="0">
                          <a:solidFill>
                            <a:schemeClr val="accent3"/>
                          </a:solidFill>
                        </a:rPr>
                        <a:t> Newton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3"/>
                          </a:solidFill>
                        </a:rPr>
                        <a:t>Gregg Brown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576792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AA684-DA13-46EB-88AD-2F42D77D0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9994" y="5800025"/>
            <a:ext cx="7305900" cy="279400"/>
          </a:xfrm>
        </p:spPr>
        <p:txBody>
          <a:bodyPr/>
          <a:lstStyle/>
          <a:p>
            <a:r>
              <a:rPr lang="en-US" dirty="0"/>
              <a:t>S-2911-220</a:t>
            </a:r>
          </a:p>
          <a:p>
            <a:r>
              <a:rPr lang="en-US" dirty="0" err="1"/>
              <a:t>Foodfair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70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DE9FD0-7872-42C6-A378-6AD1C77C2304}"/>
              </a:ext>
            </a:extLst>
          </p:cNvPr>
          <p:cNvSpPr txBox="1"/>
          <p:nvPr/>
        </p:nvSpPr>
        <p:spPr>
          <a:xfrm>
            <a:off x="1148861" y="1075580"/>
            <a:ext cx="11043139" cy="3338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FF0000"/>
                </a:solidFill>
              </a:rPr>
              <a:t>Extra-Curricular Activities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3"/>
                </a:solidFill>
              </a:rPr>
              <a:t>Football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3"/>
                </a:solidFill>
              </a:rPr>
              <a:t>Debate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3"/>
                </a:solidFill>
              </a:rPr>
              <a:t>Swimming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DBC55D-CA30-41F5-AEE2-787DA9A4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S-2911-220</a:t>
            </a:r>
          </a:p>
          <a:p>
            <a:r>
              <a:rPr lang="en-US" dirty="0" err="1"/>
              <a:t>Foodfair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7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EEB57C-40D0-4C4C-9FB1-2F88703575D1}"/>
              </a:ext>
            </a:extLst>
          </p:cNvPr>
          <p:cNvSpPr txBox="1"/>
          <p:nvPr/>
        </p:nvSpPr>
        <p:spPr>
          <a:xfrm>
            <a:off x="623454" y="1371600"/>
            <a:ext cx="12192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The end</a:t>
            </a:r>
          </a:p>
          <a:p>
            <a:pPr algn="ctr"/>
            <a:r>
              <a:rPr lang="en-US" sz="6000" dirty="0">
                <a:solidFill>
                  <a:schemeClr val="accent3"/>
                </a:solidFill>
              </a:rPr>
              <a:t>Thank for listening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2D1B89-B658-47E8-A017-AD4096B06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S-2911-220</a:t>
            </a:r>
          </a:p>
          <a:p>
            <a:r>
              <a:rPr lang="en-US" dirty="0" err="1"/>
              <a:t>Foodfair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010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43</TotalTime>
  <Words>52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Garamond</vt:lpstr>
      <vt:lpstr>Organic</vt:lpstr>
      <vt:lpstr>ANNUAL FOOD FAIR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FOOD FAIR</dc:title>
  <dc:creator>DAUDI</dc:creator>
  <cp:lastModifiedBy>DAUDI</cp:lastModifiedBy>
  <cp:revision>8</cp:revision>
  <dcterms:created xsi:type="dcterms:W3CDTF">2026-09-18T02:04:54Z</dcterms:created>
  <dcterms:modified xsi:type="dcterms:W3CDTF">2026-09-18T03:10:30Z</dcterms:modified>
</cp:coreProperties>
</file>