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97B09CAA-A7DC-4C2A-B350-9EA2B1696FEA}">
          <p14:sldIdLst>
            <p14:sldId id="256"/>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306" autoAdjust="0"/>
    <p:restoredTop sz="94660"/>
  </p:normalViewPr>
  <p:slideViewPr>
    <p:cSldViewPr snapToGrid="0">
      <p:cViewPr varScale="1">
        <p:scale>
          <a:sx n="10" d="100"/>
          <a:sy n="10" d="100"/>
        </p:scale>
        <p:origin x="-43" y="1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E60A-0FC6-A44D-CC36-C8058D3976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BBD791-B782-1A98-8DE5-14C9796E44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CB9A44-A940-14B7-68F0-AD5FBD523403}"/>
              </a:ext>
            </a:extLst>
          </p:cNvPr>
          <p:cNvSpPr>
            <a:spLocks noGrp="1"/>
          </p:cNvSpPr>
          <p:nvPr>
            <p:ph type="dt" sz="half" idx="10"/>
          </p:nvPr>
        </p:nvSpPr>
        <p:spPr/>
        <p:txBody>
          <a:bodyPr/>
          <a:lstStyle/>
          <a:p>
            <a:fld id="{6117310F-27E3-4685-9071-EF385BC1A080}" type="datetimeFigureOut">
              <a:rPr lang="en-US" smtClean="0"/>
              <a:t>9/17/2026</a:t>
            </a:fld>
            <a:endParaRPr lang="en-US"/>
          </a:p>
        </p:txBody>
      </p:sp>
      <p:sp>
        <p:nvSpPr>
          <p:cNvPr id="5" name="Footer Placeholder 4">
            <a:extLst>
              <a:ext uri="{FF2B5EF4-FFF2-40B4-BE49-F238E27FC236}">
                <a16:creationId xmlns:a16="http://schemas.microsoft.com/office/drawing/2014/main" id="{3898ED42-AD23-9E98-CC50-84C9C829EA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E49F02-B379-C67B-8534-839D945AAC3D}"/>
              </a:ext>
            </a:extLst>
          </p:cNvPr>
          <p:cNvSpPr>
            <a:spLocks noGrp="1"/>
          </p:cNvSpPr>
          <p:nvPr>
            <p:ph type="sldNum" sz="quarter" idx="12"/>
          </p:nvPr>
        </p:nvSpPr>
        <p:spPr/>
        <p:txBody>
          <a:bodyPr/>
          <a:lstStyle/>
          <a:p>
            <a:fld id="{00B5D812-1A26-47C3-B67C-11531EE5F632}" type="slidenum">
              <a:rPr lang="en-US" smtClean="0"/>
              <a:t>‹#›</a:t>
            </a:fld>
            <a:endParaRPr lang="en-US"/>
          </a:p>
        </p:txBody>
      </p:sp>
    </p:spTree>
    <p:extLst>
      <p:ext uri="{BB962C8B-B14F-4D97-AF65-F5344CB8AC3E}">
        <p14:creationId xmlns:p14="http://schemas.microsoft.com/office/powerpoint/2010/main" val="934796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BDD7E-9DCB-859E-DCE0-02C4617A52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588290-9B6A-3B78-2B04-5132F1387E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D1244A-3E06-440C-BE97-14E1132539EA}"/>
              </a:ext>
            </a:extLst>
          </p:cNvPr>
          <p:cNvSpPr>
            <a:spLocks noGrp="1"/>
          </p:cNvSpPr>
          <p:nvPr>
            <p:ph type="dt" sz="half" idx="10"/>
          </p:nvPr>
        </p:nvSpPr>
        <p:spPr/>
        <p:txBody>
          <a:bodyPr/>
          <a:lstStyle/>
          <a:p>
            <a:fld id="{6117310F-27E3-4685-9071-EF385BC1A080}" type="datetimeFigureOut">
              <a:rPr lang="en-US" smtClean="0"/>
              <a:t>9/17/2026</a:t>
            </a:fld>
            <a:endParaRPr lang="en-US"/>
          </a:p>
        </p:txBody>
      </p:sp>
      <p:sp>
        <p:nvSpPr>
          <p:cNvPr id="5" name="Footer Placeholder 4">
            <a:extLst>
              <a:ext uri="{FF2B5EF4-FFF2-40B4-BE49-F238E27FC236}">
                <a16:creationId xmlns:a16="http://schemas.microsoft.com/office/drawing/2014/main" id="{6804403A-66E2-0C23-2B84-639CEAFCC9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6EF598-B201-3776-80D7-F945071AE7E1}"/>
              </a:ext>
            </a:extLst>
          </p:cNvPr>
          <p:cNvSpPr>
            <a:spLocks noGrp="1"/>
          </p:cNvSpPr>
          <p:nvPr>
            <p:ph type="sldNum" sz="quarter" idx="12"/>
          </p:nvPr>
        </p:nvSpPr>
        <p:spPr/>
        <p:txBody>
          <a:bodyPr/>
          <a:lstStyle/>
          <a:p>
            <a:fld id="{00B5D812-1A26-47C3-B67C-11531EE5F632}" type="slidenum">
              <a:rPr lang="en-US" smtClean="0"/>
              <a:t>‹#›</a:t>
            </a:fld>
            <a:endParaRPr lang="en-US"/>
          </a:p>
        </p:txBody>
      </p:sp>
    </p:spTree>
    <p:extLst>
      <p:ext uri="{BB962C8B-B14F-4D97-AF65-F5344CB8AC3E}">
        <p14:creationId xmlns:p14="http://schemas.microsoft.com/office/powerpoint/2010/main" val="4174084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F6D92-CD97-E3B3-E48E-54A12B2F9D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00C3595-2E68-FA41-2335-F25E15AA20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650972-FE67-22B0-49D5-571A7B56AAC5}"/>
              </a:ext>
            </a:extLst>
          </p:cNvPr>
          <p:cNvSpPr>
            <a:spLocks noGrp="1"/>
          </p:cNvSpPr>
          <p:nvPr>
            <p:ph type="dt" sz="half" idx="10"/>
          </p:nvPr>
        </p:nvSpPr>
        <p:spPr/>
        <p:txBody>
          <a:bodyPr/>
          <a:lstStyle/>
          <a:p>
            <a:fld id="{6117310F-27E3-4685-9071-EF385BC1A080}" type="datetimeFigureOut">
              <a:rPr lang="en-US" smtClean="0"/>
              <a:t>9/17/2026</a:t>
            </a:fld>
            <a:endParaRPr lang="en-US"/>
          </a:p>
        </p:txBody>
      </p:sp>
      <p:sp>
        <p:nvSpPr>
          <p:cNvPr id="5" name="Footer Placeholder 4">
            <a:extLst>
              <a:ext uri="{FF2B5EF4-FFF2-40B4-BE49-F238E27FC236}">
                <a16:creationId xmlns:a16="http://schemas.microsoft.com/office/drawing/2014/main" id="{920DFB62-2BB0-4C3A-A89B-A2749C9A42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192BD1-A39E-624A-FD1A-2932A674E852}"/>
              </a:ext>
            </a:extLst>
          </p:cNvPr>
          <p:cNvSpPr>
            <a:spLocks noGrp="1"/>
          </p:cNvSpPr>
          <p:nvPr>
            <p:ph type="sldNum" sz="quarter" idx="12"/>
          </p:nvPr>
        </p:nvSpPr>
        <p:spPr/>
        <p:txBody>
          <a:bodyPr/>
          <a:lstStyle/>
          <a:p>
            <a:fld id="{00B5D812-1A26-47C3-B67C-11531EE5F632}" type="slidenum">
              <a:rPr lang="en-US" smtClean="0"/>
              <a:t>‹#›</a:t>
            </a:fld>
            <a:endParaRPr lang="en-US"/>
          </a:p>
        </p:txBody>
      </p:sp>
    </p:spTree>
    <p:extLst>
      <p:ext uri="{BB962C8B-B14F-4D97-AF65-F5344CB8AC3E}">
        <p14:creationId xmlns:p14="http://schemas.microsoft.com/office/powerpoint/2010/main" val="2063165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DA688-6EB8-C287-F4D6-AB391AF7EA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BB09E5-355D-54D7-4EE9-3C066871FD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CF0C36-27D7-0D00-E8E7-F589D2BD1A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99B12B7-8B33-5D00-4A54-9850964EDE83}"/>
              </a:ext>
            </a:extLst>
          </p:cNvPr>
          <p:cNvSpPr>
            <a:spLocks noGrp="1"/>
          </p:cNvSpPr>
          <p:nvPr>
            <p:ph type="dt" sz="half" idx="10"/>
          </p:nvPr>
        </p:nvSpPr>
        <p:spPr/>
        <p:txBody>
          <a:bodyPr/>
          <a:lstStyle/>
          <a:p>
            <a:fld id="{6117310F-27E3-4685-9071-EF385BC1A080}" type="datetimeFigureOut">
              <a:rPr lang="en-US" smtClean="0"/>
              <a:t>9/17/2026</a:t>
            </a:fld>
            <a:endParaRPr lang="en-US"/>
          </a:p>
        </p:txBody>
      </p:sp>
      <p:sp>
        <p:nvSpPr>
          <p:cNvPr id="6" name="Footer Placeholder 5">
            <a:extLst>
              <a:ext uri="{FF2B5EF4-FFF2-40B4-BE49-F238E27FC236}">
                <a16:creationId xmlns:a16="http://schemas.microsoft.com/office/drawing/2014/main" id="{2D445558-EA96-8D9C-E9ED-652F68D51E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E4803C-6DB9-58FC-5901-5379E08B17EF}"/>
              </a:ext>
            </a:extLst>
          </p:cNvPr>
          <p:cNvSpPr>
            <a:spLocks noGrp="1"/>
          </p:cNvSpPr>
          <p:nvPr>
            <p:ph type="sldNum" sz="quarter" idx="12"/>
          </p:nvPr>
        </p:nvSpPr>
        <p:spPr/>
        <p:txBody>
          <a:bodyPr/>
          <a:lstStyle/>
          <a:p>
            <a:fld id="{00B5D812-1A26-47C3-B67C-11531EE5F632}" type="slidenum">
              <a:rPr lang="en-US" smtClean="0"/>
              <a:t>‹#›</a:t>
            </a:fld>
            <a:endParaRPr lang="en-US"/>
          </a:p>
        </p:txBody>
      </p:sp>
    </p:spTree>
    <p:extLst>
      <p:ext uri="{BB962C8B-B14F-4D97-AF65-F5344CB8AC3E}">
        <p14:creationId xmlns:p14="http://schemas.microsoft.com/office/powerpoint/2010/main" val="518986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F052F-F26F-E2F9-24DD-2AD58FA971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47C32F-C0EE-60EB-5DF2-6295B25892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7B9DBF-54CD-DBFF-2653-C0E1DFF7AF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05E4E0-2301-027C-291D-DDF0E7DCFF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636872-4206-0352-63B5-C40F1579C9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58EF60-2508-B73B-961C-E30646C279A1}"/>
              </a:ext>
            </a:extLst>
          </p:cNvPr>
          <p:cNvSpPr>
            <a:spLocks noGrp="1"/>
          </p:cNvSpPr>
          <p:nvPr>
            <p:ph type="dt" sz="half" idx="10"/>
          </p:nvPr>
        </p:nvSpPr>
        <p:spPr/>
        <p:txBody>
          <a:bodyPr/>
          <a:lstStyle/>
          <a:p>
            <a:fld id="{6117310F-27E3-4685-9071-EF385BC1A080}" type="datetimeFigureOut">
              <a:rPr lang="en-US" smtClean="0"/>
              <a:t>9/17/2026</a:t>
            </a:fld>
            <a:endParaRPr lang="en-US"/>
          </a:p>
        </p:txBody>
      </p:sp>
      <p:sp>
        <p:nvSpPr>
          <p:cNvPr id="8" name="Footer Placeholder 7">
            <a:extLst>
              <a:ext uri="{FF2B5EF4-FFF2-40B4-BE49-F238E27FC236}">
                <a16:creationId xmlns:a16="http://schemas.microsoft.com/office/drawing/2014/main" id="{676502F8-1242-2168-9949-FA58E8F79B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B0A154-E50D-FECA-7EB6-5491ADA20D67}"/>
              </a:ext>
            </a:extLst>
          </p:cNvPr>
          <p:cNvSpPr>
            <a:spLocks noGrp="1"/>
          </p:cNvSpPr>
          <p:nvPr>
            <p:ph type="sldNum" sz="quarter" idx="12"/>
          </p:nvPr>
        </p:nvSpPr>
        <p:spPr/>
        <p:txBody>
          <a:bodyPr/>
          <a:lstStyle/>
          <a:p>
            <a:fld id="{00B5D812-1A26-47C3-B67C-11531EE5F632}" type="slidenum">
              <a:rPr lang="en-US" smtClean="0"/>
              <a:t>‹#›</a:t>
            </a:fld>
            <a:endParaRPr lang="en-US"/>
          </a:p>
        </p:txBody>
      </p:sp>
    </p:spTree>
    <p:extLst>
      <p:ext uri="{BB962C8B-B14F-4D97-AF65-F5344CB8AC3E}">
        <p14:creationId xmlns:p14="http://schemas.microsoft.com/office/powerpoint/2010/main" val="3549081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FDEBE-6FEC-F4F3-473F-295392625E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510430F-2E63-D8AE-9A92-1EE7217728F0}"/>
              </a:ext>
            </a:extLst>
          </p:cNvPr>
          <p:cNvSpPr>
            <a:spLocks noGrp="1"/>
          </p:cNvSpPr>
          <p:nvPr>
            <p:ph type="dt" sz="half" idx="10"/>
          </p:nvPr>
        </p:nvSpPr>
        <p:spPr/>
        <p:txBody>
          <a:bodyPr/>
          <a:lstStyle/>
          <a:p>
            <a:fld id="{6117310F-27E3-4685-9071-EF385BC1A080}" type="datetimeFigureOut">
              <a:rPr lang="en-US" smtClean="0"/>
              <a:t>9/17/2026</a:t>
            </a:fld>
            <a:endParaRPr lang="en-US"/>
          </a:p>
        </p:txBody>
      </p:sp>
      <p:sp>
        <p:nvSpPr>
          <p:cNvPr id="4" name="Footer Placeholder 3">
            <a:extLst>
              <a:ext uri="{FF2B5EF4-FFF2-40B4-BE49-F238E27FC236}">
                <a16:creationId xmlns:a16="http://schemas.microsoft.com/office/drawing/2014/main" id="{4FD99A70-20E7-678E-7117-0DF50E40D0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3B597F2-CBE5-3F46-1EFC-3B1D615BD762}"/>
              </a:ext>
            </a:extLst>
          </p:cNvPr>
          <p:cNvSpPr>
            <a:spLocks noGrp="1"/>
          </p:cNvSpPr>
          <p:nvPr>
            <p:ph type="sldNum" sz="quarter" idx="12"/>
          </p:nvPr>
        </p:nvSpPr>
        <p:spPr/>
        <p:txBody>
          <a:bodyPr/>
          <a:lstStyle/>
          <a:p>
            <a:fld id="{00B5D812-1A26-47C3-B67C-11531EE5F632}" type="slidenum">
              <a:rPr lang="en-US" smtClean="0"/>
              <a:t>‹#›</a:t>
            </a:fld>
            <a:endParaRPr lang="en-US"/>
          </a:p>
        </p:txBody>
      </p:sp>
    </p:spTree>
    <p:extLst>
      <p:ext uri="{BB962C8B-B14F-4D97-AF65-F5344CB8AC3E}">
        <p14:creationId xmlns:p14="http://schemas.microsoft.com/office/powerpoint/2010/main" val="3158392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753295-C5EF-51F7-B327-5E7BBA68A111}"/>
              </a:ext>
            </a:extLst>
          </p:cNvPr>
          <p:cNvSpPr>
            <a:spLocks noGrp="1"/>
          </p:cNvSpPr>
          <p:nvPr>
            <p:ph type="dt" sz="half" idx="10"/>
          </p:nvPr>
        </p:nvSpPr>
        <p:spPr/>
        <p:txBody>
          <a:bodyPr/>
          <a:lstStyle/>
          <a:p>
            <a:fld id="{6117310F-27E3-4685-9071-EF385BC1A080}" type="datetimeFigureOut">
              <a:rPr lang="en-US" smtClean="0"/>
              <a:t>9/17/2026</a:t>
            </a:fld>
            <a:endParaRPr lang="en-US"/>
          </a:p>
        </p:txBody>
      </p:sp>
      <p:sp>
        <p:nvSpPr>
          <p:cNvPr id="3" name="Footer Placeholder 2">
            <a:extLst>
              <a:ext uri="{FF2B5EF4-FFF2-40B4-BE49-F238E27FC236}">
                <a16:creationId xmlns:a16="http://schemas.microsoft.com/office/drawing/2014/main" id="{B2250B24-7CCA-8BDD-2359-5A8C5E4B76A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BAB63C-59DE-BDC9-7B5B-E2A646EBC075}"/>
              </a:ext>
            </a:extLst>
          </p:cNvPr>
          <p:cNvSpPr>
            <a:spLocks noGrp="1"/>
          </p:cNvSpPr>
          <p:nvPr>
            <p:ph type="sldNum" sz="quarter" idx="12"/>
          </p:nvPr>
        </p:nvSpPr>
        <p:spPr/>
        <p:txBody>
          <a:bodyPr/>
          <a:lstStyle/>
          <a:p>
            <a:fld id="{00B5D812-1A26-47C3-B67C-11531EE5F632}" type="slidenum">
              <a:rPr lang="en-US" smtClean="0"/>
              <a:t>‹#›</a:t>
            </a:fld>
            <a:endParaRPr lang="en-US"/>
          </a:p>
        </p:txBody>
      </p:sp>
    </p:spTree>
    <p:extLst>
      <p:ext uri="{BB962C8B-B14F-4D97-AF65-F5344CB8AC3E}">
        <p14:creationId xmlns:p14="http://schemas.microsoft.com/office/powerpoint/2010/main" val="9529964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2589-4FF4-D6DE-03ED-FB087BE2EE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C795FC-AB12-5949-9373-D8DE16BB9C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49A0DB-B380-5802-731C-0690C2A8AA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079FC2-3759-E618-82D4-606433E24B51}"/>
              </a:ext>
            </a:extLst>
          </p:cNvPr>
          <p:cNvSpPr>
            <a:spLocks noGrp="1"/>
          </p:cNvSpPr>
          <p:nvPr>
            <p:ph type="dt" sz="half" idx="10"/>
          </p:nvPr>
        </p:nvSpPr>
        <p:spPr/>
        <p:txBody>
          <a:bodyPr/>
          <a:lstStyle/>
          <a:p>
            <a:fld id="{6117310F-27E3-4685-9071-EF385BC1A080}" type="datetimeFigureOut">
              <a:rPr lang="en-US" smtClean="0"/>
              <a:t>9/17/2026</a:t>
            </a:fld>
            <a:endParaRPr lang="en-US"/>
          </a:p>
        </p:txBody>
      </p:sp>
      <p:sp>
        <p:nvSpPr>
          <p:cNvPr id="6" name="Footer Placeholder 5">
            <a:extLst>
              <a:ext uri="{FF2B5EF4-FFF2-40B4-BE49-F238E27FC236}">
                <a16:creationId xmlns:a16="http://schemas.microsoft.com/office/drawing/2014/main" id="{A1CB3181-D329-72F8-B94A-9280AD5A49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DD128A-FAC0-A7CC-35CF-39373BC9BF3D}"/>
              </a:ext>
            </a:extLst>
          </p:cNvPr>
          <p:cNvSpPr>
            <a:spLocks noGrp="1"/>
          </p:cNvSpPr>
          <p:nvPr>
            <p:ph type="sldNum" sz="quarter" idx="12"/>
          </p:nvPr>
        </p:nvSpPr>
        <p:spPr/>
        <p:txBody>
          <a:bodyPr/>
          <a:lstStyle/>
          <a:p>
            <a:fld id="{00B5D812-1A26-47C3-B67C-11531EE5F632}" type="slidenum">
              <a:rPr lang="en-US" smtClean="0"/>
              <a:t>‹#›</a:t>
            </a:fld>
            <a:endParaRPr lang="en-US"/>
          </a:p>
        </p:txBody>
      </p:sp>
    </p:spTree>
    <p:extLst>
      <p:ext uri="{BB962C8B-B14F-4D97-AF65-F5344CB8AC3E}">
        <p14:creationId xmlns:p14="http://schemas.microsoft.com/office/powerpoint/2010/main" val="3936314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2DF39-CCDF-417D-48B6-FC53483DB4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CCDC6-9C60-CBD8-A62D-2B7F7493F6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BF9296-189E-36DA-0EEB-7A0C0879A2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E59A47-C882-9034-DE66-16F9D806F012}"/>
              </a:ext>
            </a:extLst>
          </p:cNvPr>
          <p:cNvSpPr>
            <a:spLocks noGrp="1"/>
          </p:cNvSpPr>
          <p:nvPr>
            <p:ph type="dt" sz="half" idx="10"/>
          </p:nvPr>
        </p:nvSpPr>
        <p:spPr/>
        <p:txBody>
          <a:bodyPr/>
          <a:lstStyle/>
          <a:p>
            <a:fld id="{6117310F-27E3-4685-9071-EF385BC1A080}" type="datetimeFigureOut">
              <a:rPr lang="en-US" smtClean="0"/>
              <a:t>9/17/2026</a:t>
            </a:fld>
            <a:endParaRPr lang="en-US"/>
          </a:p>
        </p:txBody>
      </p:sp>
      <p:sp>
        <p:nvSpPr>
          <p:cNvPr id="6" name="Footer Placeholder 5">
            <a:extLst>
              <a:ext uri="{FF2B5EF4-FFF2-40B4-BE49-F238E27FC236}">
                <a16:creationId xmlns:a16="http://schemas.microsoft.com/office/drawing/2014/main" id="{FAA6E30B-ACFA-FC56-8CED-F6F6E9DF1D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F3C8B0-31A7-67DB-A807-4AA6A49A4463}"/>
              </a:ext>
            </a:extLst>
          </p:cNvPr>
          <p:cNvSpPr>
            <a:spLocks noGrp="1"/>
          </p:cNvSpPr>
          <p:nvPr>
            <p:ph type="sldNum" sz="quarter" idx="12"/>
          </p:nvPr>
        </p:nvSpPr>
        <p:spPr/>
        <p:txBody>
          <a:bodyPr/>
          <a:lstStyle/>
          <a:p>
            <a:fld id="{00B5D812-1A26-47C3-B67C-11531EE5F632}" type="slidenum">
              <a:rPr lang="en-US" smtClean="0"/>
              <a:t>‹#›</a:t>
            </a:fld>
            <a:endParaRPr lang="en-US"/>
          </a:p>
        </p:txBody>
      </p:sp>
    </p:spTree>
    <p:extLst>
      <p:ext uri="{BB962C8B-B14F-4D97-AF65-F5344CB8AC3E}">
        <p14:creationId xmlns:p14="http://schemas.microsoft.com/office/powerpoint/2010/main" val="3815132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0BF2C-EF20-6795-C66A-29EF2A9925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E1F2A8-63D6-BCA2-BF04-4BB6A99FE9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73E6E1-514C-7C27-9223-F9F746C2D58A}"/>
              </a:ext>
            </a:extLst>
          </p:cNvPr>
          <p:cNvSpPr>
            <a:spLocks noGrp="1"/>
          </p:cNvSpPr>
          <p:nvPr>
            <p:ph type="dt" sz="half" idx="10"/>
          </p:nvPr>
        </p:nvSpPr>
        <p:spPr/>
        <p:txBody>
          <a:bodyPr/>
          <a:lstStyle/>
          <a:p>
            <a:fld id="{6117310F-27E3-4685-9071-EF385BC1A080}" type="datetimeFigureOut">
              <a:rPr lang="en-US" smtClean="0"/>
              <a:t>9/17/2026</a:t>
            </a:fld>
            <a:endParaRPr lang="en-US"/>
          </a:p>
        </p:txBody>
      </p:sp>
      <p:sp>
        <p:nvSpPr>
          <p:cNvPr id="5" name="Footer Placeholder 4">
            <a:extLst>
              <a:ext uri="{FF2B5EF4-FFF2-40B4-BE49-F238E27FC236}">
                <a16:creationId xmlns:a16="http://schemas.microsoft.com/office/drawing/2014/main" id="{1679F251-6797-EF44-2060-48D450F65D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E8879D-9D39-B2F6-3847-B87397E0A5E2}"/>
              </a:ext>
            </a:extLst>
          </p:cNvPr>
          <p:cNvSpPr>
            <a:spLocks noGrp="1"/>
          </p:cNvSpPr>
          <p:nvPr>
            <p:ph type="sldNum" sz="quarter" idx="12"/>
          </p:nvPr>
        </p:nvSpPr>
        <p:spPr/>
        <p:txBody>
          <a:bodyPr/>
          <a:lstStyle/>
          <a:p>
            <a:fld id="{00B5D812-1A26-47C3-B67C-11531EE5F632}" type="slidenum">
              <a:rPr lang="en-US" smtClean="0"/>
              <a:t>‹#›</a:t>
            </a:fld>
            <a:endParaRPr lang="en-US"/>
          </a:p>
        </p:txBody>
      </p:sp>
    </p:spTree>
    <p:extLst>
      <p:ext uri="{BB962C8B-B14F-4D97-AF65-F5344CB8AC3E}">
        <p14:creationId xmlns:p14="http://schemas.microsoft.com/office/powerpoint/2010/main" val="3168380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8DF5A0-200F-9B5D-1AEF-2BBD5B5C906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8866C6-1135-491B-CF17-3AE83FF4C1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0C8864-F7F1-CA5D-2E8B-1C1EE6390ACE}"/>
              </a:ext>
            </a:extLst>
          </p:cNvPr>
          <p:cNvSpPr>
            <a:spLocks noGrp="1"/>
          </p:cNvSpPr>
          <p:nvPr>
            <p:ph type="dt" sz="half" idx="10"/>
          </p:nvPr>
        </p:nvSpPr>
        <p:spPr/>
        <p:txBody>
          <a:bodyPr/>
          <a:lstStyle/>
          <a:p>
            <a:fld id="{6117310F-27E3-4685-9071-EF385BC1A080}" type="datetimeFigureOut">
              <a:rPr lang="en-US" smtClean="0"/>
              <a:t>9/17/2026</a:t>
            </a:fld>
            <a:endParaRPr lang="en-US"/>
          </a:p>
        </p:txBody>
      </p:sp>
      <p:sp>
        <p:nvSpPr>
          <p:cNvPr id="5" name="Footer Placeholder 4">
            <a:extLst>
              <a:ext uri="{FF2B5EF4-FFF2-40B4-BE49-F238E27FC236}">
                <a16:creationId xmlns:a16="http://schemas.microsoft.com/office/drawing/2014/main" id="{F35A1B94-CD01-A1B4-52BB-7077251FD4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25B66C-2342-CAD6-5293-4DD7660F348B}"/>
              </a:ext>
            </a:extLst>
          </p:cNvPr>
          <p:cNvSpPr>
            <a:spLocks noGrp="1"/>
          </p:cNvSpPr>
          <p:nvPr>
            <p:ph type="sldNum" sz="quarter" idx="12"/>
          </p:nvPr>
        </p:nvSpPr>
        <p:spPr/>
        <p:txBody>
          <a:bodyPr/>
          <a:lstStyle/>
          <a:p>
            <a:fld id="{00B5D812-1A26-47C3-B67C-11531EE5F632}" type="slidenum">
              <a:rPr lang="en-US" smtClean="0"/>
              <a:t>‹#›</a:t>
            </a:fld>
            <a:endParaRPr lang="en-US"/>
          </a:p>
        </p:txBody>
      </p:sp>
    </p:spTree>
    <p:extLst>
      <p:ext uri="{BB962C8B-B14F-4D97-AF65-F5344CB8AC3E}">
        <p14:creationId xmlns:p14="http://schemas.microsoft.com/office/powerpoint/2010/main" val="3812705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A0CDCC-ECC7-A6A1-AD01-8DD2670FFE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A59BDF4-0DF5-E7C7-AC76-CF75C69875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1A0896-CA54-49B6-EB6F-80A1BA0DC5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17310F-27E3-4685-9071-EF385BC1A080}" type="datetimeFigureOut">
              <a:rPr lang="en-US" smtClean="0"/>
              <a:t>9/17/2026</a:t>
            </a:fld>
            <a:endParaRPr lang="en-US"/>
          </a:p>
        </p:txBody>
      </p:sp>
      <p:sp>
        <p:nvSpPr>
          <p:cNvPr id="5" name="Footer Placeholder 4">
            <a:extLst>
              <a:ext uri="{FF2B5EF4-FFF2-40B4-BE49-F238E27FC236}">
                <a16:creationId xmlns:a16="http://schemas.microsoft.com/office/drawing/2014/main" id="{C59D0297-27BB-2AD5-13E6-707C880D2A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71D3D8-D48B-5DA3-8715-0E64D7FF4F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B5D812-1A26-47C3-B67C-11531EE5F632}" type="slidenum">
              <a:rPr lang="en-US" smtClean="0"/>
              <a:t>‹#›</a:t>
            </a:fld>
            <a:endParaRPr lang="en-US"/>
          </a:p>
        </p:txBody>
      </p:sp>
    </p:spTree>
    <p:extLst>
      <p:ext uri="{BB962C8B-B14F-4D97-AF65-F5344CB8AC3E}">
        <p14:creationId xmlns:p14="http://schemas.microsoft.com/office/powerpoint/2010/main" val="8199296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D421C-DE34-9540-F446-9834B39691FE}"/>
              </a:ext>
            </a:extLst>
          </p:cNvPr>
          <p:cNvSpPr>
            <a:spLocks noGrp="1"/>
          </p:cNvSpPr>
          <p:nvPr>
            <p:ph type="ctrTitle"/>
          </p:nvPr>
        </p:nvSpPr>
        <p:spPr/>
        <p:txBody>
          <a:bodyPr/>
          <a:lstStyle/>
          <a:p>
            <a:r>
              <a:rPr lang="en-US" dirty="0" err="1"/>
              <a:t>Daudi</a:t>
            </a:r>
            <a:r>
              <a:rPr lang="en-US" dirty="0"/>
              <a:t>    </a:t>
            </a:r>
          </a:p>
        </p:txBody>
      </p:sp>
      <p:sp>
        <p:nvSpPr>
          <p:cNvPr id="3" name="Subtitle 2">
            <a:extLst>
              <a:ext uri="{FF2B5EF4-FFF2-40B4-BE49-F238E27FC236}">
                <a16:creationId xmlns:a16="http://schemas.microsoft.com/office/drawing/2014/main" id="{0D00FDC6-99B9-F6DF-0F02-DBAFAF8D9ECA}"/>
              </a:ext>
            </a:extLst>
          </p:cNvPr>
          <p:cNvSpPr>
            <a:spLocks noGrp="1"/>
          </p:cNvSpPr>
          <p:nvPr>
            <p:ph type="subTitle" idx="1"/>
          </p:nvPr>
        </p:nvSpPr>
        <p:spPr>
          <a:xfrm>
            <a:off x="2634343" y="2850924"/>
            <a:ext cx="9144000" cy="1655762"/>
          </a:xfrm>
        </p:spPr>
        <p:txBody>
          <a:bodyPr/>
          <a:lstStyle/>
          <a:p>
            <a:endParaRPr lang="en-US">
              <a:solidFill>
                <a:srgbClr val="FF0000"/>
              </a:solidFill>
            </a:endParaRPr>
          </a:p>
        </p:txBody>
      </p:sp>
      <p:sp>
        <p:nvSpPr>
          <p:cNvPr id="4" name="Rectangle: Rounded Corners 3">
            <a:extLst>
              <a:ext uri="{FF2B5EF4-FFF2-40B4-BE49-F238E27FC236}">
                <a16:creationId xmlns:a16="http://schemas.microsoft.com/office/drawing/2014/main" id="{3086AB87-0D9E-2A91-4C4F-578D656CFC55}"/>
              </a:ext>
            </a:extLst>
          </p:cNvPr>
          <p:cNvSpPr/>
          <p:nvPr/>
        </p:nvSpPr>
        <p:spPr>
          <a:xfrm>
            <a:off x="7663543" y="4049486"/>
            <a:ext cx="9144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401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9ECAB-412C-CFC9-DE9C-D3622622F025}"/>
              </a:ext>
            </a:extLst>
          </p:cNvPr>
          <p:cNvSpPr>
            <a:spLocks noGrp="1"/>
          </p:cNvSpPr>
          <p:nvPr>
            <p:ph type="ctrTitle"/>
          </p:nvPr>
        </p:nvSpPr>
        <p:spPr>
          <a:xfrm>
            <a:off x="609600" y="-259080"/>
            <a:ext cx="11079480" cy="3861117"/>
          </a:xfrm>
        </p:spPr>
        <p:txBody>
          <a:bodyPr>
            <a:normAutofit/>
          </a:bodyPr>
          <a:lstStyle/>
          <a:p>
            <a:r>
              <a:rPr lang="en-US" sz="8800" dirty="0">
                <a:solidFill>
                  <a:srgbClr val="FF0000"/>
                </a:solidFill>
              </a:rPr>
              <a:t>NAMANGA SEC SCHOOL</a:t>
            </a:r>
            <a:br>
              <a:rPr lang="en-US" sz="8800" dirty="0"/>
            </a:br>
            <a:r>
              <a:rPr lang="en-US" sz="8800" dirty="0">
                <a:solidFill>
                  <a:srgbClr val="00B0F0"/>
                </a:solidFill>
              </a:rPr>
              <a:t>GRADUATION 2026</a:t>
            </a:r>
          </a:p>
        </p:txBody>
      </p:sp>
      <p:sp>
        <p:nvSpPr>
          <p:cNvPr id="3" name="Subtitle 2">
            <a:extLst>
              <a:ext uri="{FF2B5EF4-FFF2-40B4-BE49-F238E27FC236}">
                <a16:creationId xmlns:a16="http://schemas.microsoft.com/office/drawing/2014/main" id="{257F5672-B0D4-F40D-CA6D-2018599091B1}"/>
              </a:ext>
            </a:extLst>
          </p:cNvPr>
          <p:cNvSpPr>
            <a:spLocks noGrp="1"/>
          </p:cNvSpPr>
          <p:nvPr>
            <p:ph type="subTitle" idx="1"/>
          </p:nvPr>
        </p:nvSpPr>
        <p:spPr>
          <a:xfrm>
            <a:off x="609600" y="3602038"/>
            <a:ext cx="11460480" cy="3408362"/>
          </a:xfrm>
        </p:spPr>
        <p:txBody>
          <a:bodyPr>
            <a:normAutofit lnSpcReduction="10000"/>
          </a:bodyPr>
          <a:lstStyle/>
          <a:p>
            <a:r>
              <a:rPr lang="en-US" dirty="0" err="1">
                <a:solidFill>
                  <a:srgbClr val="FF0000"/>
                </a:solidFill>
              </a:rPr>
              <a:t>Namanga</a:t>
            </a:r>
            <a:r>
              <a:rPr lang="en-US" dirty="0">
                <a:solidFill>
                  <a:srgbClr val="FF0000"/>
                </a:solidFill>
              </a:rPr>
              <a:t> secondary school </a:t>
            </a:r>
            <a:r>
              <a:rPr lang="en-US" dirty="0" err="1">
                <a:solidFill>
                  <a:srgbClr val="FF0000"/>
                </a:solidFill>
              </a:rPr>
              <a:t>hii</a:t>
            </a:r>
            <a:r>
              <a:rPr lang="en-US" dirty="0">
                <a:solidFill>
                  <a:srgbClr val="FF0000"/>
                </a:solidFill>
              </a:rPr>
              <a:t> </a:t>
            </a:r>
            <a:r>
              <a:rPr lang="en-US" dirty="0" err="1">
                <a:solidFill>
                  <a:srgbClr val="FF0000"/>
                </a:solidFill>
              </a:rPr>
              <a:t>ni</a:t>
            </a:r>
            <a:r>
              <a:rPr lang="en-US" dirty="0">
                <a:solidFill>
                  <a:srgbClr val="FF0000"/>
                </a:solidFill>
              </a:rPr>
              <a:t> </a:t>
            </a:r>
            <a:r>
              <a:rPr lang="en-US" dirty="0" err="1">
                <a:solidFill>
                  <a:srgbClr val="FF0000"/>
                </a:solidFill>
              </a:rPr>
              <a:t>shule</a:t>
            </a:r>
            <a:r>
              <a:rPr lang="en-US" dirty="0">
                <a:solidFill>
                  <a:srgbClr val="FF0000"/>
                </a:solidFill>
              </a:rPr>
              <a:t> </a:t>
            </a:r>
            <a:r>
              <a:rPr lang="en-US" dirty="0" err="1">
                <a:solidFill>
                  <a:srgbClr val="FF0000"/>
                </a:solidFill>
              </a:rPr>
              <a:t>inayotarajiwa</a:t>
            </a:r>
            <a:r>
              <a:rPr lang="en-US" dirty="0">
                <a:solidFill>
                  <a:srgbClr val="FF0000"/>
                </a:solidFill>
              </a:rPr>
              <a:t> </a:t>
            </a:r>
            <a:r>
              <a:rPr lang="en-US" dirty="0" err="1">
                <a:solidFill>
                  <a:srgbClr val="FF0000"/>
                </a:solidFill>
              </a:rPr>
              <a:t>kufanya</a:t>
            </a:r>
            <a:r>
              <a:rPr lang="en-US" dirty="0">
                <a:solidFill>
                  <a:srgbClr val="FF0000"/>
                </a:solidFill>
              </a:rPr>
              <a:t> </a:t>
            </a:r>
            <a:r>
              <a:rPr lang="en-US" dirty="0" err="1">
                <a:solidFill>
                  <a:srgbClr val="FF0000"/>
                </a:solidFill>
              </a:rPr>
              <a:t>sherehe</a:t>
            </a:r>
            <a:r>
              <a:rPr lang="en-US" dirty="0">
                <a:solidFill>
                  <a:srgbClr val="FF0000"/>
                </a:solidFill>
              </a:rPr>
              <a:t> </a:t>
            </a:r>
            <a:r>
              <a:rPr lang="en-US" dirty="0" err="1">
                <a:solidFill>
                  <a:srgbClr val="FF0000"/>
                </a:solidFill>
              </a:rPr>
              <a:t>ya</a:t>
            </a:r>
            <a:r>
              <a:rPr lang="en-US" dirty="0">
                <a:solidFill>
                  <a:srgbClr val="FF0000"/>
                </a:solidFill>
              </a:rPr>
              <a:t> </a:t>
            </a:r>
            <a:r>
              <a:rPr lang="en-US" dirty="0" err="1">
                <a:solidFill>
                  <a:srgbClr val="FF0000"/>
                </a:solidFill>
              </a:rPr>
              <a:t>mafali</a:t>
            </a:r>
            <a:r>
              <a:rPr lang="en-US" dirty="0">
                <a:solidFill>
                  <a:srgbClr val="FF0000"/>
                </a:solidFill>
              </a:rPr>
              <a:t> </a:t>
            </a:r>
            <a:r>
              <a:rPr lang="en-US" dirty="0" err="1">
                <a:solidFill>
                  <a:srgbClr val="FF0000"/>
                </a:solidFill>
              </a:rPr>
              <a:t>ya</a:t>
            </a:r>
            <a:r>
              <a:rPr lang="en-US" dirty="0">
                <a:solidFill>
                  <a:srgbClr val="FF0000"/>
                </a:solidFill>
              </a:rPr>
              <a:t> </a:t>
            </a:r>
            <a:r>
              <a:rPr lang="en-US" dirty="0" err="1">
                <a:solidFill>
                  <a:srgbClr val="FF0000"/>
                </a:solidFill>
              </a:rPr>
              <a:t>kidato</a:t>
            </a:r>
            <a:r>
              <a:rPr lang="en-US" dirty="0">
                <a:solidFill>
                  <a:srgbClr val="FF0000"/>
                </a:solidFill>
              </a:rPr>
              <a:t> cha </a:t>
            </a:r>
            <a:r>
              <a:rPr lang="en-US" dirty="0" err="1">
                <a:solidFill>
                  <a:srgbClr val="FF0000"/>
                </a:solidFill>
              </a:rPr>
              <a:t>nne</a:t>
            </a:r>
            <a:r>
              <a:rPr lang="en-US" dirty="0">
                <a:solidFill>
                  <a:srgbClr val="FF0000"/>
                </a:solidFill>
              </a:rPr>
              <a:t> </a:t>
            </a:r>
            <a:r>
              <a:rPr lang="en-US" dirty="0" err="1">
                <a:solidFill>
                  <a:srgbClr val="FF0000"/>
                </a:solidFill>
              </a:rPr>
              <a:t>ifikapo</a:t>
            </a:r>
            <a:r>
              <a:rPr lang="en-US" dirty="0">
                <a:solidFill>
                  <a:srgbClr val="FF0000"/>
                </a:solidFill>
              </a:rPr>
              <a:t> </a:t>
            </a:r>
            <a:r>
              <a:rPr lang="en-US" dirty="0" err="1">
                <a:solidFill>
                  <a:srgbClr val="FF0000"/>
                </a:solidFill>
              </a:rPr>
              <a:t>tarehe</a:t>
            </a:r>
            <a:r>
              <a:rPr lang="en-US" dirty="0">
                <a:solidFill>
                  <a:srgbClr val="FF0000"/>
                </a:solidFill>
              </a:rPr>
              <a:t> 1/10/2026 </a:t>
            </a:r>
            <a:r>
              <a:rPr lang="en-US" dirty="0" err="1">
                <a:solidFill>
                  <a:srgbClr val="FF0000"/>
                </a:solidFill>
              </a:rPr>
              <a:t>kwa</a:t>
            </a:r>
            <a:r>
              <a:rPr lang="en-US" dirty="0">
                <a:solidFill>
                  <a:srgbClr val="FF0000"/>
                </a:solidFill>
              </a:rPr>
              <a:t> </a:t>
            </a:r>
            <a:r>
              <a:rPr lang="en-US" dirty="0" err="1">
                <a:solidFill>
                  <a:srgbClr val="FF0000"/>
                </a:solidFill>
              </a:rPr>
              <a:t>ajili</a:t>
            </a:r>
            <a:r>
              <a:rPr lang="en-US" dirty="0">
                <a:solidFill>
                  <a:srgbClr val="FF0000"/>
                </a:solidFill>
              </a:rPr>
              <a:t> </a:t>
            </a:r>
            <a:r>
              <a:rPr lang="en-US" dirty="0" err="1">
                <a:solidFill>
                  <a:srgbClr val="FF0000"/>
                </a:solidFill>
              </a:rPr>
              <a:t>ya</a:t>
            </a:r>
            <a:r>
              <a:rPr lang="en-US" dirty="0">
                <a:solidFill>
                  <a:srgbClr val="FF0000"/>
                </a:solidFill>
              </a:rPr>
              <a:t> </a:t>
            </a:r>
            <a:r>
              <a:rPr lang="en-US" dirty="0" err="1">
                <a:solidFill>
                  <a:srgbClr val="FF0000"/>
                </a:solidFill>
              </a:rPr>
              <a:t>kuwatakia</a:t>
            </a:r>
            <a:r>
              <a:rPr lang="en-US" dirty="0">
                <a:solidFill>
                  <a:srgbClr val="FF0000"/>
                </a:solidFill>
              </a:rPr>
              <a:t> </a:t>
            </a:r>
            <a:r>
              <a:rPr lang="en-US" dirty="0" err="1">
                <a:solidFill>
                  <a:srgbClr val="FF0000"/>
                </a:solidFill>
              </a:rPr>
              <a:t>mitihani</a:t>
            </a:r>
            <a:r>
              <a:rPr lang="en-US" dirty="0">
                <a:solidFill>
                  <a:srgbClr val="FF0000"/>
                </a:solidFill>
              </a:rPr>
              <a:t> </a:t>
            </a:r>
            <a:r>
              <a:rPr lang="en-US" dirty="0" err="1">
                <a:solidFill>
                  <a:srgbClr val="FF0000"/>
                </a:solidFill>
              </a:rPr>
              <a:t>mema</a:t>
            </a:r>
            <a:r>
              <a:rPr lang="en-US" dirty="0">
                <a:solidFill>
                  <a:srgbClr val="FF0000"/>
                </a:solidFill>
              </a:rPr>
              <a:t> </a:t>
            </a:r>
            <a:r>
              <a:rPr lang="en-US" dirty="0" err="1">
                <a:solidFill>
                  <a:srgbClr val="FF0000"/>
                </a:solidFill>
              </a:rPr>
              <a:t>kidati</a:t>
            </a:r>
            <a:r>
              <a:rPr lang="en-US" dirty="0">
                <a:solidFill>
                  <a:srgbClr val="FF0000"/>
                </a:solidFill>
              </a:rPr>
              <a:t> cha </a:t>
            </a:r>
            <a:r>
              <a:rPr lang="en-US" dirty="0" err="1">
                <a:solidFill>
                  <a:srgbClr val="FF0000"/>
                </a:solidFill>
              </a:rPr>
              <a:t>nne</a:t>
            </a:r>
            <a:r>
              <a:rPr lang="en-US" dirty="0">
                <a:solidFill>
                  <a:srgbClr val="FF0000"/>
                </a:solidFill>
              </a:rPr>
              <a:t> </a:t>
            </a:r>
            <a:r>
              <a:rPr lang="en-US" dirty="0" err="1">
                <a:solidFill>
                  <a:srgbClr val="FF0000"/>
                </a:solidFill>
              </a:rPr>
              <a:t>na</a:t>
            </a:r>
            <a:r>
              <a:rPr lang="en-US" dirty="0">
                <a:solidFill>
                  <a:srgbClr val="FF0000"/>
                </a:solidFill>
              </a:rPr>
              <a:t> </a:t>
            </a:r>
            <a:r>
              <a:rPr lang="en-US" dirty="0" err="1">
                <a:solidFill>
                  <a:srgbClr val="FF0000"/>
                </a:solidFill>
              </a:rPr>
              <a:t>mahafali</a:t>
            </a:r>
            <a:r>
              <a:rPr lang="en-US" dirty="0">
                <a:solidFill>
                  <a:srgbClr val="FF0000"/>
                </a:solidFill>
              </a:rPr>
              <a:t> </a:t>
            </a:r>
            <a:r>
              <a:rPr lang="en-US" dirty="0" err="1">
                <a:solidFill>
                  <a:srgbClr val="FF0000"/>
                </a:solidFill>
              </a:rPr>
              <a:t>hayo</a:t>
            </a:r>
            <a:r>
              <a:rPr lang="en-US" dirty="0">
                <a:solidFill>
                  <a:srgbClr val="FF0000"/>
                </a:solidFill>
              </a:rPr>
              <a:t> </a:t>
            </a:r>
            <a:r>
              <a:rPr lang="en-US" dirty="0" err="1">
                <a:solidFill>
                  <a:srgbClr val="FF0000"/>
                </a:solidFill>
              </a:rPr>
              <a:t>yataambatana</a:t>
            </a:r>
            <a:r>
              <a:rPr lang="en-US" dirty="0">
                <a:solidFill>
                  <a:srgbClr val="FF0000"/>
                </a:solidFill>
              </a:rPr>
              <a:t> </a:t>
            </a:r>
            <a:r>
              <a:rPr lang="en-US" dirty="0" err="1">
                <a:solidFill>
                  <a:srgbClr val="FF0000"/>
                </a:solidFill>
              </a:rPr>
              <a:t>nawageni</a:t>
            </a:r>
            <a:r>
              <a:rPr lang="en-US" dirty="0">
                <a:solidFill>
                  <a:srgbClr val="FF0000"/>
                </a:solidFill>
              </a:rPr>
              <a:t> </a:t>
            </a:r>
            <a:r>
              <a:rPr lang="en-US" dirty="0" err="1">
                <a:solidFill>
                  <a:srgbClr val="FF0000"/>
                </a:solidFill>
              </a:rPr>
              <a:t>mbalimbali</a:t>
            </a:r>
            <a:r>
              <a:rPr lang="en-US" dirty="0">
                <a:solidFill>
                  <a:srgbClr val="FF0000"/>
                </a:solidFill>
              </a:rPr>
              <a:t> </a:t>
            </a:r>
            <a:r>
              <a:rPr lang="en-US" dirty="0" err="1">
                <a:solidFill>
                  <a:srgbClr val="FF0000"/>
                </a:solidFill>
              </a:rPr>
              <a:t>walioalikwa</a:t>
            </a:r>
            <a:r>
              <a:rPr lang="en-US" dirty="0">
                <a:solidFill>
                  <a:srgbClr val="FF0000"/>
                </a:solidFill>
              </a:rPr>
              <a:t> </a:t>
            </a:r>
            <a:r>
              <a:rPr lang="en-US" dirty="0" err="1">
                <a:solidFill>
                  <a:srgbClr val="FF0000"/>
                </a:solidFill>
              </a:rPr>
              <a:t>na</a:t>
            </a:r>
            <a:r>
              <a:rPr lang="en-US" dirty="0">
                <a:solidFill>
                  <a:srgbClr val="FF0000"/>
                </a:solidFill>
              </a:rPr>
              <a:t> </a:t>
            </a:r>
            <a:r>
              <a:rPr lang="en-US" dirty="0" err="1">
                <a:solidFill>
                  <a:srgbClr val="FF0000"/>
                </a:solidFill>
              </a:rPr>
              <a:t>wazazi</a:t>
            </a:r>
            <a:r>
              <a:rPr lang="en-US" dirty="0">
                <a:solidFill>
                  <a:srgbClr val="FF0000"/>
                </a:solidFill>
              </a:rPr>
              <a:t> </a:t>
            </a:r>
            <a:r>
              <a:rPr lang="en-US" dirty="0" err="1">
                <a:solidFill>
                  <a:srgbClr val="FF0000"/>
                </a:solidFill>
              </a:rPr>
              <a:t>wa</a:t>
            </a:r>
            <a:r>
              <a:rPr lang="en-US" dirty="0">
                <a:solidFill>
                  <a:srgbClr val="FF0000"/>
                </a:solidFill>
              </a:rPr>
              <a:t> </a:t>
            </a:r>
            <a:r>
              <a:rPr lang="en-US" dirty="0" err="1">
                <a:solidFill>
                  <a:srgbClr val="FF0000"/>
                </a:solidFill>
              </a:rPr>
              <a:t>wanafunzi</a:t>
            </a:r>
            <a:r>
              <a:rPr lang="en-US" dirty="0">
                <a:solidFill>
                  <a:srgbClr val="FF0000"/>
                </a:solidFill>
              </a:rPr>
              <a:t> </a:t>
            </a:r>
            <a:r>
              <a:rPr lang="en-US" dirty="0" err="1">
                <a:solidFill>
                  <a:srgbClr val="FF0000"/>
                </a:solidFill>
              </a:rPr>
              <a:t>wenye</a:t>
            </a:r>
            <a:r>
              <a:rPr lang="en-US" dirty="0">
                <a:solidFill>
                  <a:srgbClr val="FF0000"/>
                </a:solidFill>
              </a:rPr>
              <a:t> </a:t>
            </a:r>
            <a:r>
              <a:rPr lang="en-US" dirty="0" err="1">
                <a:solidFill>
                  <a:srgbClr val="FF0000"/>
                </a:solidFill>
              </a:rPr>
              <a:t>mahafali</a:t>
            </a:r>
            <a:r>
              <a:rPr lang="en-US" dirty="0">
                <a:solidFill>
                  <a:srgbClr val="FF0000"/>
                </a:solidFill>
              </a:rPr>
              <a:t> </a:t>
            </a:r>
            <a:r>
              <a:rPr lang="en-US" dirty="0" err="1">
                <a:solidFill>
                  <a:srgbClr val="FF0000"/>
                </a:solidFill>
              </a:rPr>
              <a:t>yao</a:t>
            </a:r>
            <a:r>
              <a:rPr lang="en-US" dirty="0">
                <a:solidFill>
                  <a:srgbClr val="FF0000"/>
                </a:solidFill>
              </a:rPr>
              <a:t> </a:t>
            </a:r>
            <a:r>
              <a:rPr lang="en-US" dirty="0" err="1">
                <a:solidFill>
                  <a:srgbClr val="FF0000"/>
                </a:solidFill>
              </a:rPr>
              <a:t>na</a:t>
            </a:r>
            <a:r>
              <a:rPr lang="en-US" dirty="0">
                <a:solidFill>
                  <a:srgbClr val="FF0000"/>
                </a:solidFill>
              </a:rPr>
              <a:t> </a:t>
            </a:r>
            <a:r>
              <a:rPr lang="en-US" dirty="0" err="1">
                <a:solidFill>
                  <a:srgbClr val="FF0000"/>
                </a:solidFill>
              </a:rPr>
              <a:t>wanafunzi</a:t>
            </a:r>
            <a:r>
              <a:rPr lang="en-US" dirty="0">
                <a:solidFill>
                  <a:srgbClr val="FF0000"/>
                </a:solidFill>
              </a:rPr>
              <a:t> </a:t>
            </a:r>
            <a:r>
              <a:rPr lang="en-US" dirty="0" err="1">
                <a:solidFill>
                  <a:srgbClr val="FF0000"/>
                </a:solidFill>
              </a:rPr>
              <a:t>wa</a:t>
            </a:r>
            <a:r>
              <a:rPr lang="en-US" dirty="0">
                <a:solidFill>
                  <a:srgbClr val="FF0000"/>
                </a:solidFill>
              </a:rPr>
              <a:t> </a:t>
            </a:r>
            <a:r>
              <a:rPr lang="en-US" dirty="0" err="1">
                <a:solidFill>
                  <a:srgbClr val="FF0000"/>
                </a:solidFill>
              </a:rPr>
              <a:t>kidato</a:t>
            </a:r>
            <a:r>
              <a:rPr lang="en-US" dirty="0">
                <a:solidFill>
                  <a:srgbClr val="FF0000"/>
                </a:solidFill>
              </a:rPr>
              <a:t> cha kwanza  </a:t>
            </a:r>
            <a:r>
              <a:rPr lang="en-US" dirty="0" err="1">
                <a:solidFill>
                  <a:srgbClr val="FF0000"/>
                </a:solidFill>
              </a:rPr>
              <a:t>hadi</a:t>
            </a:r>
            <a:r>
              <a:rPr lang="en-US" dirty="0">
                <a:solidFill>
                  <a:srgbClr val="FF0000"/>
                </a:solidFill>
              </a:rPr>
              <a:t> cha tatu </a:t>
            </a:r>
            <a:r>
              <a:rPr lang="en-US" dirty="0" err="1">
                <a:solidFill>
                  <a:srgbClr val="FF0000"/>
                </a:solidFill>
              </a:rPr>
              <a:t>na</a:t>
            </a:r>
            <a:r>
              <a:rPr lang="en-US" dirty="0">
                <a:solidFill>
                  <a:srgbClr val="FF0000"/>
                </a:solidFill>
              </a:rPr>
              <a:t> </a:t>
            </a:r>
            <a:r>
              <a:rPr lang="en-US" dirty="0" err="1">
                <a:solidFill>
                  <a:srgbClr val="FF0000"/>
                </a:solidFill>
              </a:rPr>
              <a:t>itaambatana</a:t>
            </a:r>
            <a:r>
              <a:rPr lang="en-US" dirty="0">
                <a:solidFill>
                  <a:srgbClr val="FF0000"/>
                </a:solidFill>
              </a:rPr>
              <a:t> </a:t>
            </a:r>
            <a:r>
              <a:rPr lang="en-US" dirty="0" err="1">
                <a:solidFill>
                  <a:srgbClr val="FF0000"/>
                </a:solidFill>
              </a:rPr>
              <a:t>na</a:t>
            </a:r>
            <a:r>
              <a:rPr lang="en-US" dirty="0">
                <a:solidFill>
                  <a:srgbClr val="FF0000"/>
                </a:solidFill>
              </a:rPr>
              <a:t> </a:t>
            </a:r>
            <a:r>
              <a:rPr lang="en-US" dirty="0" err="1">
                <a:solidFill>
                  <a:srgbClr val="FF0000"/>
                </a:solidFill>
              </a:rPr>
              <a:t>walimu</a:t>
            </a:r>
            <a:r>
              <a:rPr lang="en-US" dirty="0">
                <a:solidFill>
                  <a:srgbClr val="FF0000"/>
                </a:solidFill>
              </a:rPr>
              <a:t> </a:t>
            </a:r>
            <a:r>
              <a:rPr lang="en-US" dirty="0" err="1">
                <a:solidFill>
                  <a:srgbClr val="FF0000"/>
                </a:solidFill>
              </a:rPr>
              <a:t>mbalimbali</a:t>
            </a:r>
            <a:endParaRPr lang="en-US" dirty="0">
              <a:solidFill>
                <a:srgbClr val="FF0000"/>
              </a:solidFill>
            </a:endParaRPr>
          </a:p>
          <a:p>
            <a:r>
              <a:rPr lang="en-US" dirty="0" err="1">
                <a:solidFill>
                  <a:srgbClr val="FF0000"/>
                </a:solidFill>
              </a:rPr>
              <a:t>Kutoka</a:t>
            </a:r>
            <a:r>
              <a:rPr lang="en-US" dirty="0">
                <a:solidFill>
                  <a:srgbClr val="FF0000"/>
                </a:solidFill>
              </a:rPr>
              <a:t> </a:t>
            </a:r>
            <a:r>
              <a:rPr lang="en-US" dirty="0" err="1">
                <a:solidFill>
                  <a:srgbClr val="FF0000"/>
                </a:solidFill>
              </a:rPr>
              <a:t>kwa</a:t>
            </a:r>
            <a:r>
              <a:rPr lang="en-US" dirty="0">
                <a:solidFill>
                  <a:srgbClr val="FF0000"/>
                </a:solidFill>
              </a:rPr>
              <a:t> </a:t>
            </a:r>
            <a:r>
              <a:rPr lang="en-US" dirty="0" err="1">
                <a:solidFill>
                  <a:srgbClr val="FF0000"/>
                </a:solidFill>
              </a:rPr>
              <a:t>mkuu</a:t>
            </a:r>
            <a:r>
              <a:rPr lang="en-US" dirty="0">
                <a:solidFill>
                  <a:srgbClr val="FF0000"/>
                </a:solidFill>
              </a:rPr>
              <a:t> </a:t>
            </a:r>
            <a:r>
              <a:rPr lang="en-US" dirty="0" err="1">
                <a:solidFill>
                  <a:srgbClr val="FF0000"/>
                </a:solidFill>
              </a:rPr>
              <a:t>wa</a:t>
            </a:r>
            <a:r>
              <a:rPr lang="en-US" dirty="0">
                <a:solidFill>
                  <a:srgbClr val="FF0000"/>
                </a:solidFill>
              </a:rPr>
              <a:t> </a:t>
            </a:r>
            <a:r>
              <a:rPr lang="en-US" dirty="0" err="1">
                <a:solidFill>
                  <a:srgbClr val="FF0000"/>
                </a:solidFill>
              </a:rPr>
              <a:t>shule</a:t>
            </a:r>
            <a:endParaRPr lang="en-US" dirty="0">
              <a:solidFill>
                <a:srgbClr val="FF0000"/>
              </a:solidFill>
            </a:endParaRPr>
          </a:p>
          <a:p>
            <a:r>
              <a:rPr lang="en-US" dirty="0" err="1">
                <a:solidFill>
                  <a:srgbClr val="FF0000"/>
                </a:solidFill>
              </a:rPr>
              <a:t>Mtesigwa</a:t>
            </a:r>
            <a:endParaRPr lang="en-US" dirty="0">
              <a:solidFill>
                <a:srgbClr val="FF0000"/>
              </a:solidFill>
            </a:endParaRPr>
          </a:p>
          <a:p>
            <a:endParaRPr lang="en-US" dirty="0">
              <a:solidFill>
                <a:srgbClr val="FF0000"/>
              </a:solidFill>
            </a:endParaRPr>
          </a:p>
          <a:p>
            <a:r>
              <a:rPr lang="en-US" dirty="0" err="1">
                <a:solidFill>
                  <a:srgbClr val="FF0000"/>
                </a:solidFill>
              </a:rPr>
              <a:t>Karibuni</a:t>
            </a:r>
            <a:r>
              <a:rPr lang="en-US" dirty="0">
                <a:solidFill>
                  <a:srgbClr val="FF0000"/>
                </a:solidFill>
              </a:rPr>
              <a:t> </a:t>
            </a:r>
            <a:r>
              <a:rPr lang="en-US" dirty="0" err="1">
                <a:solidFill>
                  <a:srgbClr val="FF0000"/>
                </a:solidFill>
              </a:rPr>
              <a:t>sana</a:t>
            </a:r>
            <a:endParaRPr lang="en-US" dirty="0">
              <a:solidFill>
                <a:srgbClr val="FF0000"/>
              </a:solidFill>
            </a:endParaRPr>
          </a:p>
          <a:p>
            <a:endParaRPr lang="en-US" dirty="0"/>
          </a:p>
          <a:p>
            <a:endParaRPr lang="en-US" dirty="0"/>
          </a:p>
          <a:p>
            <a:endParaRPr lang="en-US" dirty="0"/>
          </a:p>
          <a:p>
            <a:endParaRPr lang="en-US" dirty="0"/>
          </a:p>
        </p:txBody>
      </p:sp>
      <p:sp>
        <p:nvSpPr>
          <p:cNvPr id="4" name="Subtitle 2">
            <a:extLst>
              <a:ext uri="{FF2B5EF4-FFF2-40B4-BE49-F238E27FC236}">
                <a16:creationId xmlns:a16="http://schemas.microsoft.com/office/drawing/2014/main" id="{15ACDB45-0669-5F51-BCC1-51212983B76E}"/>
              </a:ext>
            </a:extLst>
          </p:cNvPr>
          <p:cNvSpPr txBox="1">
            <a:spLocks/>
          </p:cNvSpPr>
          <p:nvPr/>
        </p:nvSpPr>
        <p:spPr>
          <a:xfrm>
            <a:off x="609600" y="4385810"/>
            <a:ext cx="11460480" cy="3408362"/>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solidFill>
                  <a:srgbClr val="FF0000"/>
                </a:solidFill>
              </a:rPr>
              <a:t>Namanga secondary school hii ni shule inayotarajiwa kufanya sherehe ya mafali ya kidato cha nne ifikapo tarehe 1/10/2026 kwa ajili ya kuwatakia mitihani mema kidati cha nne na mahafali hayo yataambatana nawageni mbalimbali walioalikwa na wazazi wa wanafunzi wenye mahafali yao na wanafunzi wa kidato cha kwanza  hadi cha tatu na itaambatana na walimu mbalimbali</a:t>
            </a:r>
          </a:p>
          <a:p>
            <a:r>
              <a:rPr lang="en-US">
                <a:solidFill>
                  <a:srgbClr val="FF0000"/>
                </a:solidFill>
              </a:rPr>
              <a:t>Kutoka kwa mkuu wa shule</a:t>
            </a:r>
          </a:p>
          <a:p>
            <a:r>
              <a:rPr lang="en-US">
                <a:solidFill>
                  <a:srgbClr val="FF0000"/>
                </a:solidFill>
              </a:rPr>
              <a:t>Mtesigwa</a:t>
            </a:r>
          </a:p>
          <a:p>
            <a:endParaRPr lang="en-US">
              <a:solidFill>
                <a:srgbClr val="FF0000"/>
              </a:solidFill>
            </a:endParaRPr>
          </a:p>
          <a:p>
            <a:r>
              <a:rPr lang="en-US">
                <a:solidFill>
                  <a:srgbClr val="FF0000"/>
                </a:solidFill>
              </a:rPr>
              <a:t>Karibuni sana</a:t>
            </a:r>
          </a:p>
          <a:p>
            <a:endParaRPr lang="en-US"/>
          </a:p>
          <a:p>
            <a:endParaRPr lang="en-US"/>
          </a:p>
          <a:p>
            <a:endParaRPr lang="en-US"/>
          </a:p>
          <a:p>
            <a:endParaRPr lang="en-US" dirty="0"/>
          </a:p>
        </p:txBody>
      </p:sp>
    </p:spTree>
    <p:extLst>
      <p:ext uri="{BB962C8B-B14F-4D97-AF65-F5344CB8AC3E}">
        <p14:creationId xmlns:p14="http://schemas.microsoft.com/office/powerpoint/2010/main" val="18210496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133</Words>
  <Application>Microsoft Office PowerPoint</Application>
  <PresentationFormat>Widescreen</PresentationFormat>
  <Paragraphs>16</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Daudi    </vt:lpstr>
      <vt:lpstr>NAMANGA SEC SCHOOL GRADUATION 2026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NAMANGA SEC SCHOOL GRADUATION 2026</dc:title>
  <dc:creator>PC21</dc:creator>
  <cp:lastModifiedBy>PC21</cp:lastModifiedBy>
  <cp:revision>4</cp:revision>
  <dcterms:created xsi:type="dcterms:W3CDTF">2026-09-13T05:35:20Z</dcterms:created>
  <dcterms:modified xsi:type="dcterms:W3CDTF">2026-09-17T13:16:26Z</dcterms:modified>
</cp:coreProperties>
</file>